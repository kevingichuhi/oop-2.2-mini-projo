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8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12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4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6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7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1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7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5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76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65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10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28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2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93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4FB57D-F812-4EDE-AAAD-72025E1F02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1F7361-2AA5-43D0-9DA6-CB54BAD18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E8516-3DEE-C811-857C-E9E90699D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GYM MANAGEMENT</a:t>
            </a:r>
            <a:br>
              <a:rPr lang="en-US" dirty="0"/>
            </a:br>
            <a:r>
              <a:rPr lang="en-US" dirty="0"/>
              <a:t> SYSTEM</a:t>
            </a:r>
          </a:p>
        </p:txBody>
      </p:sp>
      <p:pic>
        <p:nvPicPr>
          <p:cNvPr id="7" name="Graphic 6" descr="A confused face">
            <a:extLst>
              <a:ext uri="{FF2B5EF4-FFF2-40B4-BE49-F238E27FC236}">
                <a16:creationId xmlns:a16="http://schemas.microsoft.com/office/drawing/2014/main" id="{9F3E2D34-E314-B83B-CB53-261169D59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1333602" y="1692213"/>
            <a:ext cx="1467908" cy="1779325"/>
          </a:xfrm>
          <a:prstGeom prst="rect">
            <a:avLst/>
          </a:prstGeom>
        </p:spPr>
      </p:pic>
      <p:pic>
        <p:nvPicPr>
          <p:cNvPr id="11" name="Graphic 10" descr="Body builder with solid fill">
            <a:extLst>
              <a:ext uri="{FF2B5EF4-FFF2-40B4-BE49-F238E27FC236}">
                <a16:creationId xmlns:a16="http://schemas.microsoft.com/office/drawing/2014/main" id="{F61FFC49-5166-56A7-77F0-AD02C2D998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5352064" y="2688167"/>
            <a:ext cx="3079241" cy="3079241"/>
          </a:xfrm>
          <a:prstGeom prst="rect">
            <a:avLst/>
          </a:prstGeom>
        </p:spPr>
      </p:pic>
      <p:pic>
        <p:nvPicPr>
          <p:cNvPr id="13" name="Graphic 12" descr="Brain in head with solid fill">
            <a:extLst>
              <a:ext uri="{FF2B5EF4-FFF2-40B4-BE49-F238E27FC236}">
                <a16:creationId xmlns:a16="http://schemas.microsoft.com/office/drawing/2014/main" id="{440EEC1C-339C-D090-3FB0-1F867A2BA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416877" flipV="1">
            <a:off x="9728081" y="536869"/>
            <a:ext cx="1686396" cy="168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0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FCED-6D56-5E84-652F-592D189E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091B-66C5-A51E-0BF4-00A55AC39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Gym Management System is a C++ console application built using OOP principles.</a:t>
            </a:r>
          </a:p>
          <a:p>
            <a:pPr marL="0" indent="0">
              <a:buNone/>
            </a:pPr>
            <a:r>
              <a:rPr lang="en-US" b="1" dirty="0"/>
              <a:t>           What the system does:</a:t>
            </a:r>
            <a:endParaRPr lang="en-US" dirty="0"/>
          </a:p>
          <a:p>
            <a:r>
              <a:rPr lang="en-US" dirty="0"/>
              <a:t>Automates member registration and payment validation</a:t>
            </a:r>
          </a:p>
          <a:p>
            <a:r>
              <a:rPr lang="en-US" dirty="0"/>
              <a:t>Enables fast member searching and deletion</a:t>
            </a:r>
          </a:p>
          <a:p>
            <a:r>
              <a:rPr lang="en-US" dirty="0"/>
              <a:t>Stores and manages gym records securely across sessions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9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5C60-A64F-8B38-D609-BB3761EF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A. SYSTEM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6659-6D36-482D-8D6B-42715B945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describes the high-level structure of the entire system and shows how major components interact. The Gym Management System adopts a centralized software architecture consisting of user authentication, member management, payment processing, data storage, and recovery modules.</a:t>
            </a:r>
            <a:endParaRPr lang="en-US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1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AD6123-566C-71CB-5B4A-65EC910ED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628" y="222053"/>
            <a:ext cx="8133382" cy="61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8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7085-A895-005E-E9D5-BF645CE40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440" y="0"/>
            <a:ext cx="9461595" cy="806824"/>
          </a:xfrm>
        </p:spPr>
        <p:txBody>
          <a:bodyPr>
            <a:normAutofit/>
          </a:bodyPr>
          <a:lstStyle/>
          <a:p>
            <a:r>
              <a:rPr lang="en-US" b="1" dirty="0"/>
              <a:t>Explanation of Major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D68B9-7FF8-B70F-E742-B8EE9F073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06824"/>
            <a:ext cx="10018713" cy="59570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Admin Login Module</a:t>
            </a:r>
            <a:endParaRPr lang="en-US" dirty="0"/>
          </a:p>
          <a:p>
            <a:r>
              <a:rPr lang="en-US" dirty="0"/>
              <a:t>The Admin Login module controls access to the system by verifying the username and password entered by the administrator.</a:t>
            </a:r>
          </a:p>
          <a:p>
            <a:pPr marL="0" indent="0">
              <a:buNone/>
            </a:pPr>
            <a:r>
              <a:rPr lang="en-US" b="1" dirty="0"/>
              <a:t>Function</a:t>
            </a:r>
            <a:endParaRPr lang="en-US" dirty="0"/>
          </a:p>
          <a:p>
            <a:pPr lvl="0"/>
            <a:r>
              <a:rPr lang="en-US" dirty="0"/>
              <a:t>Authenticates users before granting access</a:t>
            </a:r>
          </a:p>
          <a:p>
            <a:pPr lvl="0"/>
            <a:r>
              <a:rPr lang="en-US" dirty="0"/>
              <a:t>Prevents unauthorized access</a:t>
            </a:r>
          </a:p>
          <a:p>
            <a:pPr lvl="0"/>
            <a:r>
              <a:rPr lang="en-US" dirty="0"/>
              <a:t>Secures gym records and operations</a:t>
            </a:r>
          </a:p>
          <a:p>
            <a:pPr marL="0" indent="0">
              <a:buNone/>
            </a:pPr>
            <a:r>
              <a:rPr lang="en-US" b="1" dirty="0"/>
              <a:t>Why Required</a:t>
            </a:r>
            <a:endParaRPr lang="en-US" dirty="0"/>
          </a:p>
          <a:p>
            <a:r>
              <a:rPr lang="en-US" dirty="0"/>
              <a:t>The login system ensures that only authorized personnel can manage gym records and perform administrative operations.</a:t>
            </a:r>
          </a:p>
          <a:p>
            <a:pPr marL="0" indent="0">
              <a:buNone/>
            </a:pPr>
            <a:r>
              <a:rPr lang="en-US" b="1" dirty="0"/>
              <a:t>Components Used</a:t>
            </a:r>
            <a:endParaRPr lang="en-US" dirty="0"/>
          </a:p>
          <a:p>
            <a:pPr lvl="0"/>
            <a:r>
              <a:rPr lang="en-US" dirty="0"/>
              <a:t>Username</a:t>
            </a:r>
          </a:p>
          <a:p>
            <a:pPr lvl="0"/>
            <a:r>
              <a:rPr lang="en-US" dirty="0"/>
              <a:t>Password</a:t>
            </a:r>
          </a:p>
          <a:p>
            <a:pPr lvl="0"/>
            <a:r>
              <a:rPr lang="en-US" dirty="0"/>
              <a:t>Boolean validation logic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48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F1747-6226-5CA4-8531-13375EEE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388" y="134471"/>
            <a:ext cx="6581400" cy="77993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Member Management Module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3F6B-766C-0AC4-BA49-03A1E1345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713" y="914401"/>
            <a:ext cx="10181993" cy="580912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Member Management module is responsible for handling all member-related operations within the system.</a:t>
            </a:r>
          </a:p>
          <a:p>
            <a:pPr marL="0" indent="0">
              <a:buNone/>
            </a:pPr>
            <a:r>
              <a:rPr lang="en-US" b="1" dirty="0"/>
              <a:t>           Function</a:t>
            </a:r>
            <a:endParaRPr lang="en-US" dirty="0"/>
          </a:p>
          <a:p>
            <a:pPr lvl="0"/>
            <a:r>
              <a:rPr lang="en-US" dirty="0"/>
              <a:t>Register new gym members</a:t>
            </a:r>
          </a:p>
          <a:p>
            <a:pPr lvl="0"/>
            <a:r>
              <a:rPr lang="en-US" dirty="0"/>
              <a:t>Store member details</a:t>
            </a:r>
          </a:p>
          <a:p>
            <a:pPr lvl="0"/>
            <a:r>
              <a:rPr lang="en-US" dirty="0"/>
              <a:t>Display member records</a:t>
            </a:r>
          </a:p>
          <a:p>
            <a:pPr lvl="0"/>
            <a:r>
              <a:rPr lang="en-US" dirty="0"/>
              <a:t>Search member information</a:t>
            </a:r>
          </a:p>
          <a:p>
            <a:pPr lvl="0"/>
            <a:r>
              <a:rPr lang="en-US" dirty="0"/>
              <a:t>Delete members</a:t>
            </a:r>
          </a:p>
          <a:p>
            <a:pPr lvl="0"/>
            <a:r>
              <a:rPr lang="en-US" dirty="0"/>
              <a:t>Restore deleted members</a:t>
            </a:r>
          </a:p>
          <a:p>
            <a:pPr marL="0" indent="0">
              <a:buNone/>
            </a:pPr>
            <a:r>
              <a:rPr lang="en-US" b="1" dirty="0"/>
              <a:t>          Data Managed</a:t>
            </a:r>
            <a:endParaRPr lang="en-US" dirty="0"/>
          </a:p>
          <a:p>
            <a:pPr lvl="0"/>
            <a:r>
              <a:rPr lang="en-US" dirty="0"/>
              <a:t>Member ID</a:t>
            </a:r>
          </a:p>
          <a:p>
            <a:pPr lvl="0"/>
            <a:r>
              <a:rPr lang="en-US" dirty="0"/>
              <a:t>Member name</a:t>
            </a:r>
          </a:p>
          <a:p>
            <a:pPr lvl="0"/>
            <a:r>
              <a:rPr lang="en-US" dirty="0"/>
              <a:t>Contact number</a:t>
            </a:r>
          </a:p>
          <a:p>
            <a:pPr lvl="0"/>
            <a:r>
              <a:rPr lang="en-US" dirty="0"/>
              <a:t>Membership package</a:t>
            </a:r>
          </a:p>
          <a:p>
            <a:pPr lvl="0"/>
            <a:r>
              <a:rPr lang="en-US" dirty="0"/>
              <a:t>Gym timing</a:t>
            </a:r>
          </a:p>
          <a:p>
            <a:pPr lvl="0"/>
            <a:r>
              <a:rPr lang="en-US" dirty="0"/>
              <a:t>Payment information</a:t>
            </a:r>
          </a:p>
          <a:p>
            <a:pPr marL="0" indent="0">
              <a:buNone/>
            </a:pPr>
            <a:r>
              <a:rPr lang="en-US" b="1" dirty="0"/>
              <a:t>              Why Required</a:t>
            </a:r>
            <a:endParaRPr lang="en-US" dirty="0"/>
          </a:p>
          <a:p>
            <a:r>
              <a:rPr lang="en-US" dirty="0"/>
              <a:t>This module forms the core functionality of the system by organizing and maintaining gym member information efficiently</a:t>
            </a:r>
          </a:p>
        </p:txBody>
      </p:sp>
    </p:spTree>
    <p:extLst>
      <p:ext uri="{BB962C8B-B14F-4D97-AF65-F5344CB8AC3E}">
        <p14:creationId xmlns:p14="http://schemas.microsoft.com/office/powerpoint/2010/main" val="156262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6A2E-9C26-7FF0-DC71-F650955F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114" y="0"/>
            <a:ext cx="6270488" cy="833718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Payment Processing Module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446F2-2AF4-ACF5-206B-91CAC4E5A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33718"/>
            <a:ext cx="10018713" cy="593015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. </a:t>
            </a:r>
            <a:r>
              <a:rPr lang="en-US" dirty="0"/>
              <a:t>The Payment module validates and processes membership payments.</a:t>
            </a:r>
          </a:p>
          <a:p>
            <a:pPr marL="0" indent="0">
              <a:buNone/>
            </a:pPr>
            <a:r>
              <a:rPr lang="en-US" b="1" dirty="0"/>
              <a:t>     Function</a:t>
            </a:r>
            <a:endParaRPr lang="en-US" dirty="0"/>
          </a:p>
          <a:p>
            <a:pPr lvl="0"/>
            <a:r>
              <a:rPr lang="en-US" dirty="0"/>
              <a:t>Accept payment amount</a:t>
            </a:r>
          </a:p>
          <a:p>
            <a:pPr lvl="0"/>
            <a:r>
              <a:rPr lang="en-US" dirty="0"/>
              <a:t>Compare payment against membership fee</a:t>
            </a:r>
          </a:p>
          <a:p>
            <a:pPr lvl="0"/>
            <a:r>
              <a:rPr lang="en-US" dirty="0"/>
              <a:t>Approve or reject registration</a:t>
            </a:r>
          </a:p>
          <a:p>
            <a:pPr marL="0" indent="0">
              <a:buNone/>
            </a:pPr>
            <a:r>
              <a:rPr lang="en-US" b="1" dirty="0"/>
              <a:t>       Payment Logic</a:t>
            </a:r>
            <a:endParaRPr lang="en-US" dirty="0"/>
          </a:p>
          <a:p>
            <a:pPr lvl="0"/>
            <a:r>
              <a:rPr lang="en-US" dirty="0"/>
              <a:t>Gold Package = KES 2500</a:t>
            </a:r>
          </a:p>
          <a:p>
            <a:pPr lvl="0"/>
            <a:r>
              <a:rPr lang="en-US" dirty="0"/>
              <a:t>Silver Package = KES 2000</a:t>
            </a:r>
          </a:p>
          <a:p>
            <a:r>
              <a:rPr lang="en-US" dirty="0"/>
              <a:t>If payment is less than the required amount:</a:t>
            </a:r>
          </a:p>
          <a:p>
            <a:pPr lvl="0"/>
            <a:r>
              <a:rPr lang="en-US" dirty="0"/>
              <a:t>Registration fails</a:t>
            </a:r>
          </a:p>
          <a:p>
            <a:pPr lvl="0"/>
            <a:r>
              <a:rPr lang="en-US" dirty="0"/>
              <a:t>Member is not stored</a:t>
            </a:r>
          </a:p>
          <a:p>
            <a:pPr marL="0" indent="0">
              <a:buNone/>
            </a:pPr>
            <a:r>
              <a:rPr lang="en-US" b="1" dirty="0"/>
              <a:t>      Why Required</a:t>
            </a:r>
            <a:endParaRPr lang="en-US" dirty="0"/>
          </a:p>
          <a:p>
            <a:r>
              <a:rPr lang="en-US" dirty="0"/>
              <a:t>This module ensures that only fully paid members are registered into the system</a:t>
            </a:r>
          </a:p>
        </p:txBody>
      </p:sp>
    </p:spTree>
    <p:extLst>
      <p:ext uri="{BB962C8B-B14F-4D97-AF65-F5344CB8AC3E}">
        <p14:creationId xmlns:p14="http://schemas.microsoft.com/office/powerpoint/2010/main" val="281017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7A60-B1FE-0476-CD98-44743CC66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329" y="174813"/>
            <a:ext cx="5707342" cy="605118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4. File Handling Module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E7A4-DEC4-3F33-5018-0A26FC8C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23682"/>
            <a:ext cx="10018713" cy="45675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File Handling module manages permanent storage of member records.</a:t>
            </a:r>
          </a:p>
          <a:p>
            <a:pPr marL="0" indent="0">
              <a:buNone/>
            </a:pPr>
            <a:r>
              <a:rPr lang="en-US" b="1" dirty="0"/>
              <a:t>           Function</a:t>
            </a:r>
            <a:endParaRPr lang="en-US" dirty="0"/>
          </a:p>
          <a:p>
            <a:pPr lvl="0"/>
            <a:r>
              <a:rPr lang="en-US" dirty="0"/>
              <a:t>Save data into files</a:t>
            </a:r>
          </a:p>
          <a:p>
            <a:pPr lvl="0"/>
            <a:r>
              <a:rPr lang="en-US" dirty="0"/>
              <a:t>Load saved records</a:t>
            </a:r>
          </a:p>
          <a:p>
            <a:pPr lvl="0"/>
            <a:r>
              <a:rPr lang="en-US" dirty="0"/>
              <a:t>Preserve records after program termination</a:t>
            </a:r>
          </a:p>
          <a:p>
            <a:pPr marL="0" indent="0">
              <a:buNone/>
            </a:pPr>
            <a:r>
              <a:rPr lang="en-US" b="1" dirty="0"/>
              <a:t>           File Used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gym_members.txt</a:t>
            </a:r>
          </a:p>
          <a:p>
            <a:pPr marL="0" indent="0">
              <a:buNone/>
            </a:pPr>
            <a:r>
              <a:rPr lang="en-US" b="1" dirty="0"/>
              <a:t>      Why Required</a:t>
            </a:r>
            <a:endParaRPr lang="en-US" dirty="0"/>
          </a:p>
          <a:p>
            <a:r>
              <a:rPr lang="en-US" dirty="0"/>
              <a:t>Without file handling, all data would be lost once the program closes. This module ensures permanent data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81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966E-AFF5-7116-50D7-53D052AA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464" y="134472"/>
            <a:ext cx="4887071" cy="6320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5. Undo Delete Module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0914F-7973-981B-BB78-2BBDB58B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21976"/>
            <a:ext cx="10018713" cy="5836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Undo Delete module restores recently deleted members using a stack data structure.</a:t>
            </a:r>
          </a:p>
          <a:p>
            <a:pPr marL="0" indent="0">
              <a:buNone/>
            </a:pPr>
            <a:r>
              <a:rPr lang="en-US" b="1" dirty="0"/>
              <a:t> Function</a:t>
            </a:r>
            <a:endParaRPr lang="en-US" dirty="0"/>
          </a:p>
          <a:p>
            <a:pPr lvl="0"/>
            <a:r>
              <a:rPr lang="en-US" dirty="0"/>
              <a:t>Store deleted members temporarily</a:t>
            </a:r>
          </a:p>
          <a:p>
            <a:pPr lvl="0"/>
            <a:r>
              <a:rPr lang="en-US" dirty="0"/>
              <a:t>Recover accidentally deleted records</a:t>
            </a:r>
          </a:p>
          <a:p>
            <a:pPr marL="0" indent="0">
              <a:buNone/>
            </a:pPr>
            <a:r>
              <a:rPr lang="en-US" b="1" dirty="0"/>
              <a:t>  Data Structure Used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stack&lt;Member&gt;</a:t>
            </a:r>
          </a:p>
          <a:p>
            <a:pPr marL="0" indent="0">
              <a:buNone/>
            </a:pPr>
            <a:r>
              <a:rPr lang="en-US" b="1" dirty="0"/>
              <a:t>    Why Required</a:t>
            </a:r>
            <a:endParaRPr lang="en-US" dirty="0"/>
          </a:p>
          <a:p>
            <a:r>
              <a:rPr lang="en-US" dirty="0"/>
              <a:t>This feature improves system reliability and prevents permanent accidental deletion of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30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350D47-21FE-B22D-71B0-B4BA19631BFC}"/>
              </a:ext>
            </a:extLst>
          </p:cNvPr>
          <p:cNvSpPr txBox="1"/>
          <p:nvPr/>
        </p:nvSpPr>
        <p:spPr>
          <a:xfrm>
            <a:off x="3227294" y="167728"/>
            <a:ext cx="5715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SYSTEM BLOCK DIAGRAM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E72AA-A11B-4A36-F5FB-42C51DC0C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54" y="724162"/>
            <a:ext cx="8417858" cy="59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69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AD0857-A09B-72F0-3206-54892CA835D5}"/>
              </a:ext>
            </a:extLst>
          </p:cNvPr>
          <p:cNvSpPr txBox="1"/>
          <p:nvPr/>
        </p:nvSpPr>
        <p:spPr>
          <a:xfrm>
            <a:off x="1600201" y="309772"/>
            <a:ext cx="9776012" cy="583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Login Validation Block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block verifies the administrator username and password before allowing access to the system.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Login successful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denied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Required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secures the system and prevents unauthorized users from accessing sensitive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37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A3765C-FAD1-1054-9920-865E3BC26D27}"/>
              </a:ext>
            </a:extLst>
          </p:cNvPr>
          <p:cNvSpPr txBox="1"/>
          <p:nvPr/>
        </p:nvSpPr>
        <p:spPr>
          <a:xfrm>
            <a:off x="3049120" y="0"/>
            <a:ext cx="7385797" cy="660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Add Member Block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block registers new gym members into the system.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Activities Performed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 member details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membership package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Choose gym timing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payment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 records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Required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automates member registration and reduces manual record management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14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339FB-7312-3BCC-75FF-142FF890A570}"/>
              </a:ext>
            </a:extLst>
          </p:cNvPr>
          <p:cNvSpPr txBox="1"/>
          <p:nvPr/>
        </p:nvSpPr>
        <p:spPr>
          <a:xfrm>
            <a:off x="2766733" y="0"/>
            <a:ext cx="6098240" cy="6258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Payment Checking Block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block validates whether the member has paid the required fee.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Gold membership requires KES 2500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Silver membership requires KES 2000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Logic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payment ≥ fee → Registration approved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payment &lt; fee → Registration rejected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Required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ensures accurate payment verification before storing records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56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414484-3F31-2323-666D-579ADCB8E0E9}"/>
              </a:ext>
            </a:extLst>
          </p:cNvPr>
          <p:cNvSpPr txBox="1"/>
          <p:nvPr/>
        </p:nvSpPr>
        <p:spPr>
          <a:xfrm>
            <a:off x="2444002" y="0"/>
            <a:ext cx="9012891" cy="6980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 Member Block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block searches for a member using the member ID.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Quickly retrieve records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accessibility of information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Required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Searching improves efficiency in locating specific member records. </a:t>
            </a:r>
          </a:p>
          <a:p>
            <a:r>
              <a:rPr lang="en-US" sz="2400" b="1" dirty="0"/>
              <a:t>5. Delete Member Block</a:t>
            </a:r>
            <a:endParaRPr lang="en-US" sz="2400" dirty="0"/>
          </a:p>
          <a:p>
            <a:r>
              <a:rPr lang="en-US" sz="2000" b="1" dirty="0"/>
              <a:t>Function</a:t>
            </a:r>
            <a:endParaRPr lang="en-US" sz="2000" dirty="0"/>
          </a:p>
          <a:p>
            <a:r>
              <a:rPr lang="en-US" sz="2000" dirty="0"/>
              <a:t>This block removes members from the system database.</a:t>
            </a:r>
          </a:p>
          <a:p>
            <a:r>
              <a:rPr lang="en-US" sz="2000" b="1" dirty="0"/>
              <a:t>Activities</a:t>
            </a:r>
            <a:endParaRPr lang="en-US" sz="2000" dirty="0"/>
          </a:p>
          <a:p>
            <a:pPr lvl="0"/>
            <a:r>
              <a:rPr lang="en-US" sz="2000" dirty="0"/>
              <a:t>Identify member using ID</a:t>
            </a:r>
          </a:p>
          <a:p>
            <a:pPr lvl="0"/>
            <a:r>
              <a:rPr lang="en-US" sz="2000" dirty="0"/>
              <a:t>Remove member from vector</a:t>
            </a:r>
          </a:p>
          <a:p>
            <a:pPr lvl="0"/>
            <a:r>
              <a:rPr lang="en-US" sz="2000" dirty="0"/>
              <a:t>Save updated records</a:t>
            </a:r>
          </a:p>
          <a:p>
            <a:r>
              <a:rPr lang="en-US" sz="2000" b="1" dirty="0"/>
              <a:t>Why Required</a:t>
            </a:r>
            <a:endParaRPr lang="en-US" sz="2000" dirty="0"/>
          </a:p>
          <a:p>
            <a:r>
              <a:rPr lang="en-US" sz="2000" dirty="0"/>
              <a:t>Allows administrators to remove inactive or terminated members.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578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8581D4-E21A-899A-D460-75ECAE3D4D04}"/>
              </a:ext>
            </a:extLst>
          </p:cNvPr>
          <p:cNvSpPr txBox="1"/>
          <p:nvPr/>
        </p:nvSpPr>
        <p:spPr>
          <a:xfrm>
            <a:off x="2887756" y="163106"/>
            <a:ext cx="6098240" cy="6531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Undo Delete Block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Restores the most recently deleted member.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 Used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stack&lt;Member&gt;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Required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recovery functionality in case of accidental deletion.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File Management Block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Handles permanent storage of records.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 member records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saved records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 stored information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Required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Ensures data persistence and long-term storage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2151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D024E4-F3F4-3411-494D-B7510D109BFC}"/>
              </a:ext>
            </a:extLst>
          </p:cNvPr>
          <p:cNvSpPr txBox="1"/>
          <p:nvPr/>
        </p:nvSpPr>
        <p:spPr>
          <a:xfrm>
            <a:off x="1785096" y="353393"/>
            <a:ext cx="9591115" cy="207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DATA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section describes the types of data used in the Gym Management System and explains how the data is received, processed, stored, and displayed by different system modules.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5DB07-9398-D6CB-40E8-804DE772B328}"/>
              </a:ext>
            </a:extLst>
          </p:cNvPr>
          <p:cNvSpPr txBox="1"/>
          <p:nvPr/>
        </p:nvSpPr>
        <p:spPr>
          <a:xfrm>
            <a:off x="2175061" y="2514797"/>
            <a:ext cx="8058151" cy="398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Member Data (Input Data)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 data refers to information entered during registration.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 and numerical data.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 ID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 name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08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BFECC-9160-8324-7F22-6281DEBB17EB}"/>
              </a:ext>
            </a:extLst>
          </p:cNvPr>
          <p:cNvSpPr txBox="1"/>
          <p:nvPr/>
        </p:nvSpPr>
        <p:spPr>
          <a:xfrm>
            <a:off x="1577928" y="524435"/>
            <a:ext cx="9036144" cy="4931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Membership Package Data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data defines the category of membership selected by the member.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Gold Package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Silver Package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Associated Fees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Gold = KES 2500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Silver = KES 2000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898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5037E2-1F1E-BD5E-581C-89D922D19B58}"/>
              </a:ext>
            </a:extLst>
          </p:cNvPr>
          <p:cNvSpPr txBox="1"/>
          <p:nvPr/>
        </p:nvSpPr>
        <p:spPr>
          <a:xfrm>
            <a:off x="1852333" y="223410"/>
            <a:ext cx="8165726" cy="569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Payment Data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 data represents the amount paid by the member.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Numerical values.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KES 2500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KES 2000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validate registration eligibility.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737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B6109-50D9-EB98-4337-12CBEC55604D}"/>
              </a:ext>
            </a:extLst>
          </p:cNvPr>
          <p:cNvSpPr txBox="1"/>
          <p:nvPr/>
        </p:nvSpPr>
        <p:spPr>
          <a:xfrm>
            <a:off x="521073" y="990343"/>
            <a:ext cx="6780682" cy="398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Timing Data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data stores the selected gym training session.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6AM – 7AM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7AM – 8AM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5PM – 6PM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organize gym schedules and avoid overcrowding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49E1B7-8C85-6FE2-ABD9-2060BDE684AE}"/>
              </a:ext>
            </a:extLst>
          </p:cNvPr>
          <p:cNvSpPr txBox="1"/>
          <p:nvPr/>
        </p:nvSpPr>
        <p:spPr>
          <a:xfrm>
            <a:off x="5562600" y="990343"/>
            <a:ext cx="6629400" cy="4329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Processed Data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Generated after the system validates user input and payment conditions.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“Payment Successful”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“Registration Failed”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“Member Found”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provide feedback and support decision-making.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269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29267C-21EF-A065-9A15-CB54B3784495}"/>
              </a:ext>
            </a:extLst>
          </p:cNvPr>
          <p:cNvSpPr txBox="1"/>
          <p:nvPr/>
        </p:nvSpPr>
        <p:spPr>
          <a:xfrm>
            <a:off x="171451" y="174204"/>
            <a:ext cx="5785596" cy="566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Control and Decision Data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Generated by the Gym Management Controller.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Logical decisions and conditions.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Approve registration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Reject registration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Restore deleted member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automate gym operations and reduce manual errors.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8A97F-FB02-853B-51D1-BEBC1B0388F0}"/>
              </a:ext>
            </a:extLst>
          </p:cNvPr>
          <p:cNvSpPr txBox="1"/>
          <p:nvPr/>
        </p:nvSpPr>
        <p:spPr>
          <a:xfrm>
            <a:off x="5432610" y="174204"/>
            <a:ext cx="6481483" cy="5313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File Storage Data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data is permanently stored in: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gym_members.txt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Stored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 details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Membership type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 records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Timing information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preserve records after the system closes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1735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D5F224-9702-C058-04E8-8C96C9FD61BF}"/>
              </a:ext>
            </a:extLst>
          </p:cNvPr>
          <p:cNvSpPr txBox="1"/>
          <p:nvPr/>
        </p:nvSpPr>
        <p:spPr>
          <a:xfrm>
            <a:off x="934572" y="0"/>
            <a:ext cx="6054538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Recovery Data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data stores deleted members temporarily.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 Used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stack&lt;Member&gt;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Supports undo delete functionality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3E6F8-82D8-A4C0-94A8-D698A91D673D}"/>
              </a:ext>
            </a:extLst>
          </p:cNvPr>
          <p:cNvSpPr txBox="1"/>
          <p:nvPr/>
        </p:nvSpPr>
        <p:spPr>
          <a:xfrm>
            <a:off x="4501404" y="3098284"/>
            <a:ext cx="6098240" cy="362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Security Data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for authentication and system protection.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 username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 password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prevent unauthorized access to gym records.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2420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F2DDA-1962-FCAA-9CF4-7444CC611451}"/>
              </a:ext>
            </a:extLst>
          </p:cNvPr>
          <p:cNvSpPr txBox="1"/>
          <p:nvPr/>
        </p:nvSpPr>
        <p:spPr>
          <a:xfrm>
            <a:off x="1838885" y="696072"/>
            <a:ext cx="9174255" cy="546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Gym Management System successfully demonstrates the implementation of Object-Oriented Programming principles in C++. The system automates gym operations including member registration, payment validation, searching, deletion, and permanent record storage.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project improves: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organization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21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9DC81-0A4A-F3D3-EDBB-EB936640C955}"/>
              </a:ext>
            </a:extLst>
          </p:cNvPr>
          <p:cNvSpPr txBox="1"/>
          <p:nvPr/>
        </p:nvSpPr>
        <p:spPr>
          <a:xfrm>
            <a:off x="2538132" y="512531"/>
            <a:ext cx="6807573" cy="5230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also demonstrates practical application of: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Stacks</a:t>
            </a:r>
          </a:p>
        </p:txBody>
      </p:sp>
    </p:spTree>
    <p:extLst>
      <p:ext uri="{BB962C8B-B14F-4D97-AF65-F5344CB8AC3E}">
        <p14:creationId xmlns:p14="http://schemas.microsoft.com/office/powerpoint/2010/main" val="3365462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72</TotalTime>
  <Words>1092</Words>
  <Application>Microsoft Office PowerPoint</Application>
  <PresentationFormat>Widescreen</PresentationFormat>
  <Paragraphs>231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Corbel</vt:lpstr>
      <vt:lpstr>Courier New</vt:lpstr>
      <vt:lpstr>Symbol</vt:lpstr>
      <vt:lpstr>Times New Roman</vt:lpstr>
      <vt:lpstr>Parallax</vt:lpstr>
      <vt:lpstr>GYM MANAGEMENT  SYSTEM</vt:lpstr>
      <vt:lpstr>INTRODUCTION </vt:lpstr>
      <vt:lpstr>A. SYSTEM ARCHITECTURE</vt:lpstr>
      <vt:lpstr>PowerPoint Presentation</vt:lpstr>
      <vt:lpstr>Explanation of Major Components</vt:lpstr>
      <vt:lpstr> Member Management Module </vt:lpstr>
      <vt:lpstr> Payment Processing Module </vt:lpstr>
      <vt:lpstr> 4. File Handling Module </vt:lpstr>
      <vt:lpstr> 5. Undo Delete Module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Kelvin Gichuhi</dc:creator>
  <cp:lastModifiedBy>Kelvin Gichuhi</cp:lastModifiedBy>
  <cp:revision>1</cp:revision>
  <dcterms:created xsi:type="dcterms:W3CDTF">2026-05-16T19:04:05Z</dcterms:created>
  <dcterms:modified xsi:type="dcterms:W3CDTF">2026-05-16T20:16:57Z</dcterms:modified>
</cp:coreProperties>
</file>